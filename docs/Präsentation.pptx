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5" r:id="rId4"/>
    <p:sldId id="262" r:id="rId5"/>
    <p:sldId id="261" r:id="rId6"/>
    <p:sldId id="260" r:id="rId7"/>
    <p:sldId id="259" r:id="rId8"/>
    <p:sldId id="25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825"/>
    <a:srgbClr val="202124"/>
    <a:srgbClr val="00E5FF"/>
    <a:srgbClr val="2E7D32"/>
    <a:srgbClr val="6A1B9A"/>
    <a:srgbClr val="B71C1C"/>
    <a:srgbClr val="1565C0"/>
    <a:srgbClr val="3A3A3A"/>
    <a:srgbClr val="228B22"/>
    <a:srgbClr val="39FF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32" y="-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12B53-C6B7-4191-A002-20C0092FE8D4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59398-7A10-47A7-B471-1005145A181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14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67331-0D84-BAAD-F64B-2F7F8AA15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74450"/>
            <a:ext cx="12192000" cy="1460377"/>
          </a:xfrm>
        </p:spPr>
        <p:txBody>
          <a:bodyPr anchor="b"/>
          <a:lstStyle>
            <a:lvl1pPr algn="ctr">
              <a:defRPr sz="6000">
                <a:latin typeface="Consolas" panose="020B0609020204030204" pitchFamily="49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6D20CE-02E8-07F8-7F51-57FCC1616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994" y="3233704"/>
            <a:ext cx="10912011" cy="2749846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681CB2-CB66-62CE-C2C9-1D9415A8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A9AB-0C4D-4965-9358-8FFF91301F7B}" type="datetime1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F5FFF5-D0A3-68BA-2E64-D57934A1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17B968-A44F-01C2-419B-6141FE7A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299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28A35FA-DB89-3FC9-C31A-320BD6D6937A}"/>
              </a:ext>
            </a:extLst>
          </p:cNvPr>
          <p:cNvSpPr/>
          <p:nvPr userDrawn="1"/>
        </p:nvSpPr>
        <p:spPr>
          <a:xfrm>
            <a:off x="838200" y="1869898"/>
            <a:ext cx="10515600" cy="4366516"/>
          </a:xfrm>
          <a:prstGeom prst="roundRect">
            <a:avLst/>
          </a:prstGeom>
          <a:solidFill>
            <a:schemeClr val="tx1"/>
          </a:solidFill>
          <a:ln>
            <a:solidFill>
              <a:srgbClr val="00E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99843F-346B-6EC3-11DE-C0A4DCCF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481057-1824-5F9C-6219-19311671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E672-99C3-483D-BE0E-7BF0B1A9AC5A}" type="datetime1">
              <a:rPr lang="de-DE" smtClean="0"/>
              <a:t>01.05.2026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C2B8D8-5A8B-2546-58BF-BBCA758B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E4AB99-303F-18ED-564F-4F1B4215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8036C5B-2A52-4B77-1CB2-DFAAA70DD5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8893" y="2315807"/>
            <a:ext cx="9854213" cy="602078"/>
          </a:xfrm>
          <a:solidFill>
            <a:srgbClr val="202124">
              <a:alpha val="89804"/>
            </a:srgbClr>
          </a:solidFill>
        </p:spPr>
        <p:txBody>
          <a:bodyPr/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Text Java Code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9C948CA-57B5-07A8-9C2C-ED6CE4C5C0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31986" y="3364986"/>
            <a:ext cx="128027" cy="128027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CCFD5A83-3DA8-906A-6E11-CBBB305B3508}"/>
              </a:ext>
            </a:extLst>
          </p:cNvPr>
          <p:cNvGrpSpPr/>
          <p:nvPr userDrawn="1"/>
        </p:nvGrpSpPr>
        <p:grpSpPr>
          <a:xfrm>
            <a:off x="1324868" y="2028597"/>
            <a:ext cx="700476" cy="108001"/>
            <a:chOff x="1387011" y="2188395"/>
            <a:chExt cx="700476" cy="108001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FF2ED188-25E9-361E-7840-C3472792B41B}"/>
                </a:ext>
              </a:extLst>
            </p:cNvPr>
            <p:cNvSpPr/>
            <p:nvPr userDrawn="1"/>
          </p:nvSpPr>
          <p:spPr>
            <a:xfrm>
              <a:off x="1387011" y="2188396"/>
              <a:ext cx="108000" cy="108000"/>
            </a:xfrm>
            <a:prstGeom prst="ellipse">
              <a:avLst/>
            </a:prstGeom>
            <a:solidFill>
              <a:srgbClr val="00E5FF"/>
            </a:solidFill>
            <a:ln>
              <a:solidFill>
                <a:srgbClr val="00E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B5DE151-ED8B-317C-C715-3316EE91C601}"/>
                </a:ext>
              </a:extLst>
            </p:cNvPr>
            <p:cNvSpPr/>
            <p:nvPr userDrawn="1"/>
          </p:nvSpPr>
          <p:spPr>
            <a:xfrm>
              <a:off x="1683249" y="2188395"/>
              <a:ext cx="108000" cy="108000"/>
            </a:xfrm>
            <a:prstGeom prst="ellipse">
              <a:avLst/>
            </a:prstGeom>
            <a:solidFill>
              <a:srgbClr val="00E5FF"/>
            </a:solidFill>
            <a:ln>
              <a:solidFill>
                <a:srgbClr val="00E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267CDEBB-842E-F295-0B63-1C2D66BD530B}"/>
                </a:ext>
              </a:extLst>
            </p:cNvPr>
            <p:cNvSpPr/>
            <p:nvPr userDrawn="1"/>
          </p:nvSpPr>
          <p:spPr>
            <a:xfrm>
              <a:off x="1979487" y="2188395"/>
              <a:ext cx="108000" cy="108000"/>
            </a:xfrm>
            <a:prstGeom prst="ellipse">
              <a:avLst/>
            </a:prstGeom>
            <a:solidFill>
              <a:srgbClr val="00E5FF"/>
            </a:solidFill>
            <a:ln>
              <a:solidFill>
                <a:srgbClr val="00E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0828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F62F4A-B2FD-CBD7-98C4-468832D15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74D607-8677-255B-34C3-3DE156CB5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E6293-7051-0A8C-17AB-FDF5E4C5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ACAF-C9AE-4A78-9B35-4313DFFFB42A}" type="datetime1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5F2A0B-2436-CBFD-4D34-9385A105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3EF980-ACE0-F829-487B-618C43AE6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044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E37E1-65F8-4E88-F426-9AC664D7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18DBFC-7B03-6468-989D-3B93B4D1A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D43268-769F-7FB3-5A26-E55AF5A83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4481466-BF56-BB93-F603-834BE95D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E19FC-45F4-4E8A-A834-BBBAB1A5E710}" type="datetime1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1843B7-412D-5BB1-678C-57825262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3E731C-4821-CB7C-77FD-695C738F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50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ED811-FBB0-4457-36C6-7E62A0F4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5055AC-8C49-6B93-DE42-8DC993D9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86AD1-C6AA-4A0B-9285-E76F4B3B589A}" type="datetime1">
              <a:rPr lang="de-DE" smtClean="0"/>
              <a:t>01.05.2026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5CEC90-CAB3-100E-E064-153C7914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AC53B1-5848-6E3D-625E-D5E941C5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607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46F510A-A8A4-580A-10A8-ED43FAD6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A31AE0-BF2D-C960-23E1-9C3B6B05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EC3880-86F6-33B5-CC37-FD15433C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11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85495-2756-EA36-EED7-DDC19C75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0CC9EB-7E22-9AF2-3FED-FC87064E9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AAD4FC-940F-FB82-84CB-9FAF4D50E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379939-F733-4ED1-2288-2BF8020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B6AD-16C0-45CD-8B8F-8B1AA82EECDC}" type="datetime1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3E83C2-5440-6AC3-333E-28ED8E4F5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9D1F64-EF41-2161-1FA5-184FB175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64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5434F-21D4-8CF0-833F-F3F6661E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4287761-BEA6-FE35-DEE8-D772EECBB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69FF4A-0DC7-6888-9DAC-2385BB24B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55829-E7FD-3F4D-7D6A-C6100125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23D8-F1F0-4A69-A6DD-E86644081154}" type="datetime1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54E2E2-B49A-9044-F045-72C7B6B8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1B1E4E-C1F1-C65D-86F2-8B6456F3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699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F06AD8-DA5B-94F6-92E6-34D348E9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2EDAAC-0D48-61E7-460F-1F6CCE129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FBDFB7-5D52-87C2-34C3-DADCFFA80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E5FF"/>
                </a:solidFill>
              </a:defRPr>
            </a:lvl1pPr>
          </a:lstStyle>
          <a:p>
            <a:fld id="{B9A6E672-99C3-483D-BE0E-7BF0B1A9AC5A}" type="datetime1">
              <a:rPr lang="de-DE" smtClean="0"/>
              <a:pPr/>
              <a:t>01.05.2026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6C089A-EA63-04F1-EBD7-FA4AB8208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E. </a:t>
            </a:r>
            <a:r>
              <a:rPr lang="de-DE" dirty="0" err="1"/>
              <a:t>Mörz</a:t>
            </a:r>
            <a:r>
              <a:rPr lang="de-DE" dirty="0"/>
              <a:t> | T. Schemmel | P. Leo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58AB04-0D8E-1E3D-3A9F-C004C6E3D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E5FF"/>
                </a:solidFill>
              </a:defRPr>
            </a:lvl1pPr>
          </a:lstStyle>
          <a:p>
            <a:fld id="{C5A27200-5F91-40CC-836D-BF641FCA7F20}" type="slidenum">
              <a:rPr lang="de-DE" smtClean="0"/>
              <a:pPr/>
              <a:t>‹Nr.›</a:t>
            </a:fld>
            <a:endParaRPr lang="de-DE" dirty="0">
              <a:solidFill>
                <a:srgbClr val="00E5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39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54" r:id="rId5"/>
    <p:sldLayoutId id="2147483655" r:id="rId6"/>
    <p:sldLayoutId id="2147483656" r:id="rId7"/>
    <p:sldLayoutId id="2147483657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E5FF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F2F24-2F92-373A-D7E3-F3E4C6FC0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498" y="1087514"/>
            <a:ext cx="11555003" cy="936595"/>
          </a:xfrm>
        </p:spPr>
        <p:txBody>
          <a:bodyPr>
            <a:normAutofit/>
          </a:bodyPr>
          <a:lstStyle/>
          <a:p>
            <a:r>
              <a:rPr lang="de-DE" sz="4800" dirty="0"/>
              <a:t>Textanalyse &amp; Barcode-Erzeugung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1B0721-882A-F5AE-7848-579026EBD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994" y="2630021"/>
            <a:ext cx="10912011" cy="3033931"/>
          </a:xfrm>
        </p:spPr>
        <p:txBody>
          <a:bodyPr>
            <a:normAutofit/>
          </a:bodyPr>
          <a:lstStyle/>
          <a:p>
            <a:endParaRPr lang="de-DE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dirty="0"/>
              <a:t>Implementierung in Java mittels </a:t>
            </a:r>
            <a:r>
              <a:rPr lang="de-DE" dirty="0" err="1"/>
              <a:t>Regex</a:t>
            </a:r>
            <a:r>
              <a:rPr lang="de-DE" dirty="0"/>
              <a:t> e </a:t>
            </a:r>
            <a:r>
              <a:rPr lang="de-DE" dirty="0" err="1"/>
              <a:t>ZXing</a:t>
            </a:r>
            <a:endParaRPr lang="de-DE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DE" sz="2000" dirty="0" err="1">
                <a:solidFill>
                  <a:srgbClr val="00E5F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E.</a:t>
            </a:r>
            <a:r>
              <a:rPr lang="de-DE" sz="2000" dirty="0" err="1">
                <a:solidFill>
                  <a:srgbClr val="00E5FF"/>
                </a:solidFill>
                <a:latin typeface="Consolas" panose="020B0609020204030204" pitchFamily="49" charset="0"/>
              </a:rPr>
              <a:t>Mörz</a:t>
            </a:r>
            <a:r>
              <a:rPr lang="de-DE" sz="2400" dirty="0">
                <a:solidFill>
                  <a:srgbClr val="00E5F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 |  </a:t>
            </a:r>
            <a:r>
              <a:rPr lang="de-DE" sz="2000" dirty="0" err="1">
                <a:solidFill>
                  <a:srgbClr val="00E5F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T.</a:t>
            </a:r>
            <a:r>
              <a:rPr lang="de-DE" sz="2000" dirty="0" err="1">
                <a:solidFill>
                  <a:srgbClr val="00E5FF"/>
                </a:solidFill>
                <a:latin typeface="Consolas" panose="020B0609020204030204" pitchFamily="49" charset="0"/>
              </a:rPr>
              <a:t>Schemmel</a:t>
            </a:r>
            <a:r>
              <a:rPr lang="de-DE" sz="2000" dirty="0">
                <a:solidFill>
                  <a:srgbClr val="00E5FF"/>
                </a:solidFill>
                <a:latin typeface="Consolas" panose="020B0609020204030204" pitchFamily="49" charset="0"/>
              </a:rPr>
              <a:t> </a:t>
            </a:r>
            <a:r>
              <a:rPr lang="de-DE" sz="2400" dirty="0">
                <a:solidFill>
                  <a:srgbClr val="00E5F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|  </a:t>
            </a:r>
            <a:r>
              <a:rPr lang="de-DE" sz="2000" dirty="0" err="1">
                <a:solidFill>
                  <a:srgbClr val="00E5F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P.Leo</a:t>
            </a:r>
            <a:endParaRPr lang="de-DE" sz="2000" dirty="0">
              <a:solidFill>
                <a:srgbClr val="00E5FF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94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2685D-8386-002E-88FE-C056C457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4FDC217E-9ECA-A342-5D32-9FBC87E58CC3}"/>
              </a:ext>
            </a:extLst>
          </p:cNvPr>
          <p:cNvSpPr/>
          <p:nvPr/>
        </p:nvSpPr>
        <p:spPr>
          <a:xfrm>
            <a:off x="987826" y="1269507"/>
            <a:ext cx="2880360" cy="720000"/>
          </a:xfrm>
          <a:prstGeom prst="roundRect">
            <a:avLst/>
          </a:prstGeom>
          <a:solidFill>
            <a:srgbClr val="F9A8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344935-62BA-9FC8-77E2-3DA279B0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62140-2E34-F224-6607-2BAADA33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228F35-9821-2A0D-77BF-C220F3C0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F74C9AD-18AF-B4D6-300A-274FE9388457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1CBE9B-3B30-0F7E-920A-4FC9E8967D08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899753F-E2B4-3F1F-4D00-4BF276A07BCC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ABAFE33-2005-24D1-0E68-01DE8C356F96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Technologien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D7DE0A9-C03A-35DF-87E9-FB3BB7D950F3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FD9C1CF-BD36-3955-BA85-A60146B94752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6F4AF08-E9EF-5239-0091-1A2BED285A43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0E51DFF-8A5B-16C2-33A9-DDCB25252854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8016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0EFAB-EC5B-4D5B-EF55-52213C8A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B36C011D-256F-FF06-A9BA-C76046637C9F}"/>
              </a:ext>
            </a:extLst>
          </p:cNvPr>
          <p:cNvSpPr/>
          <p:nvPr/>
        </p:nvSpPr>
        <p:spPr>
          <a:xfrm>
            <a:off x="984778" y="1963743"/>
            <a:ext cx="2880360" cy="720000"/>
          </a:xfrm>
          <a:prstGeom prst="roundRect">
            <a:avLst/>
          </a:prstGeom>
          <a:solidFill>
            <a:srgbClr val="2E7D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1ECE6A-BAEA-6804-1A85-89D3E73C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30101B-CE5F-46B1-591B-DFC7173C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E7C3A8-F9F7-B11B-ECC5-F8D92952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3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9647542-DE35-13D9-F23D-193A3A712234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64AD386-917A-CA6F-3004-745D432E81C7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0D6E751-3810-2499-94A9-55E49E9F2DB8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F23AAF2-3C93-10C7-374F-470490CA5386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Technologien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8358FE1-6874-0A4A-BF7E-B62074775569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99CC9AB-85A7-59EA-4560-FA62BDE49FC3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320B3AD-138C-A385-B000-08D97622C119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594148F-F598-C121-C754-411A105F0790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42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F3E50-6991-9125-3161-4B44FD5E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359E79A-3BCB-636A-F5B5-6F528388B6A6}"/>
              </a:ext>
            </a:extLst>
          </p:cNvPr>
          <p:cNvSpPr/>
          <p:nvPr/>
        </p:nvSpPr>
        <p:spPr>
          <a:xfrm>
            <a:off x="987826" y="2709000"/>
            <a:ext cx="2880360" cy="720000"/>
          </a:xfrm>
          <a:prstGeom prst="roundRect">
            <a:avLst/>
          </a:prstGeom>
          <a:solidFill>
            <a:srgbClr val="6A1B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154AEE-26F1-E1C1-7FCA-BD720D2B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E228BC-2D6C-A7E2-7352-B66B56345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3348B6-0607-2BD0-F9E8-E7C08CF1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4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0EFD28-087A-2BB0-AA22-B7914597BEE3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E29E743-03C2-1365-6A9B-45FD6FBB372A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8178C9A-340E-A946-1B1A-A71C060173CE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29DD21-EB86-D4A2-38EC-65830672084F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Technologien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952A8E1-A3BF-A243-0607-F265587DBD1C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45D8F0-8FF4-291A-31A7-00E1BF2A6EF0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390B484-E866-1851-B2BD-4A2A66624831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921F182-B882-EA1A-9C13-FD71B1259AD7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027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3F03E-2705-7DEB-44EF-60205F6D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BBF73051-53F1-5C21-FA7B-E31538906CDB}"/>
              </a:ext>
            </a:extLst>
          </p:cNvPr>
          <p:cNvSpPr/>
          <p:nvPr/>
        </p:nvSpPr>
        <p:spPr>
          <a:xfrm>
            <a:off x="987826" y="3411026"/>
            <a:ext cx="2880360" cy="720000"/>
          </a:xfrm>
          <a:prstGeom prst="roundRect">
            <a:avLst/>
          </a:prstGeom>
          <a:solidFill>
            <a:srgbClr val="B71C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0889B4-47A2-C056-603C-8AE8793E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AC62F5-2F8D-9235-7274-64DEC952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36E770-5823-8633-F4BB-C2F9509D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5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A4DDAB-7B24-C26A-AC84-9CA4F90C75AB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E1FE54-6096-9478-C4E4-1C0490A2A61C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B0D9436-56F6-1FB4-F074-F22E12BF65DD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BEC346D-4A68-43AC-9806-250E7966775C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Technologien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E021AF6-503A-74D9-B96B-D95473D0C654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BA46948-314E-31E5-F003-0F348F8ABE42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FFC857C-A6B6-9A91-5D03-6C6CD9B7EA11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88BB19-CBDE-2360-AD4D-4A856738D3EF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101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FF9A7-B814-A90C-DACD-96B2343F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320DAA7-F590-06DD-B926-6687001FAD2A}"/>
              </a:ext>
            </a:extLst>
          </p:cNvPr>
          <p:cNvSpPr/>
          <p:nvPr/>
        </p:nvSpPr>
        <p:spPr>
          <a:xfrm>
            <a:off x="987826" y="4124815"/>
            <a:ext cx="2880360" cy="720000"/>
          </a:xfrm>
          <a:prstGeom prst="roundRect">
            <a:avLst/>
          </a:prstGeom>
          <a:solidFill>
            <a:srgbClr val="1565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A4D0809-A57F-2389-482A-719CA867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9D93D4-39C7-7C38-F7E8-163D30C5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3CC017-33A4-E45C-99C2-F84C72A5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6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671078A-DE96-48E2-F705-B7A8EF918EDE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A18295C-6E75-C5F4-2501-5E283E8DC709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402FB4E-1317-8F11-1B21-2D7863E1855A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991AC5-A23C-1003-53E9-B9A48CEA6596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Technologien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D3FDB0B-5819-E914-FAB2-99537FF88806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75D21D4-7F63-443C-C8AC-03BE8D70C6E4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729848-49D7-E4C5-4BEA-9DBFCEC65A98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DCB3D90-7D83-62DD-1B8A-FF211DCBA2A6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497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795FD-5F54-39B3-16D9-3A76E18C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89DEBA5E-C951-E7B1-F0EB-235494C72483}"/>
              </a:ext>
            </a:extLst>
          </p:cNvPr>
          <p:cNvSpPr/>
          <p:nvPr/>
        </p:nvSpPr>
        <p:spPr>
          <a:xfrm>
            <a:off x="987826" y="4781518"/>
            <a:ext cx="2880360" cy="720000"/>
          </a:xfrm>
          <a:prstGeom prst="roundRect">
            <a:avLst/>
          </a:prstGeom>
          <a:solidFill>
            <a:srgbClr val="228B2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61A55EB-BA02-AC9C-727C-5EB78AC4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16E088-7855-8E56-7C2A-41F8573B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4355EE-DB08-675D-CE60-C7995DBB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7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52031E-F14F-63CB-8E07-9BEC19AFF0ED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2D4D6A2-1D52-6FB5-CD9F-865E46DCF254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42D005C-843E-2B3F-17E7-1C7AE5A6F5EF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9A831B6-7892-4FC3-8BBC-A4D122781516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Technologien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34D8CCC-7A88-DB08-7618-EE6218C2360B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4B509CE-1383-4292-D8EF-C11737AEB3ED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AFFEC0F-D166-DB1A-4353-F9EE2E9D1AA1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C6312BE-1A41-DD52-BA81-84FC05E87CC9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20212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20212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61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DBBEA-0B91-7741-CB72-758F9BCF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33F6D1F-59FC-5210-33DD-610D6183350C}"/>
              </a:ext>
            </a:extLst>
          </p:cNvPr>
          <p:cNvSpPr/>
          <p:nvPr/>
        </p:nvSpPr>
        <p:spPr>
          <a:xfrm>
            <a:off x="987826" y="5495344"/>
            <a:ext cx="2880360" cy="720000"/>
          </a:xfrm>
          <a:prstGeom prst="roundRect">
            <a:avLst/>
          </a:prstGeom>
          <a:solidFill>
            <a:srgbClr val="6E88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8264E5-EEA2-C0B7-D80D-D43900CC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ED463-2B82-4176-987F-FE0CD52B7183}" type="datetime1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C11F7B-F877-198C-AC2D-BC0EFF62B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E. Mörz | T. Schemmel | P. Leo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2A537A-EB7A-DE27-2B13-9C156B8B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27200-5F91-40CC-836D-BF641FCA7F20}" type="slidenum">
              <a:rPr lang="de-DE" smtClean="0"/>
              <a:t>8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389831B-0381-2DDA-26A5-17E6FCCDFCB1}"/>
              </a:ext>
            </a:extLst>
          </p:cNvPr>
          <p:cNvSpPr txBox="1"/>
          <p:nvPr/>
        </p:nvSpPr>
        <p:spPr>
          <a:xfrm>
            <a:off x="2500544" y="329050"/>
            <a:ext cx="7190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// AGENDA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F0389E-F963-AA8E-A1D6-6053A11334F1}"/>
              </a:ext>
            </a:extLst>
          </p:cNvPr>
          <p:cNvSpPr txBox="1"/>
          <p:nvPr/>
        </p:nvSpPr>
        <p:spPr>
          <a:xfrm>
            <a:off x="987826" y="126950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Einleitung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9CD37F1-A719-49AE-0451-E24956DE8B66}"/>
              </a:ext>
            </a:extLst>
          </p:cNvPr>
          <p:cNvSpPr txBox="1"/>
          <p:nvPr/>
        </p:nvSpPr>
        <p:spPr>
          <a:xfrm>
            <a:off x="987826" y="2001345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Grundlagen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CDF2034-88DC-27FE-6D33-359493518633}"/>
              </a:ext>
            </a:extLst>
          </p:cNvPr>
          <p:cNvSpPr txBox="1"/>
          <p:nvPr/>
        </p:nvSpPr>
        <p:spPr>
          <a:xfrm>
            <a:off x="987826" y="2733183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Technologien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B64B766-1A17-B493-2A57-8A2D1FD92475}"/>
              </a:ext>
            </a:extLst>
          </p:cNvPr>
          <p:cNvSpPr txBox="1"/>
          <p:nvPr/>
        </p:nvSpPr>
        <p:spPr>
          <a:xfrm>
            <a:off x="987826" y="346502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Programm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DA748B-9E5A-12D8-FA77-2E706B4C173F}"/>
              </a:ext>
            </a:extLst>
          </p:cNvPr>
          <p:cNvSpPr txBox="1"/>
          <p:nvPr/>
        </p:nvSpPr>
        <p:spPr>
          <a:xfrm>
            <a:off x="987826" y="4196857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 Ipse </a:t>
            </a:r>
            <a:r>
              <a:rPr lang="de-DE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Lorum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B0645ED-DAE7-01F1-28F0-E5F6288B1517}"/>
              </a:ext>
            </a:extLst>
          </p:cNvPr>
          <p:cNvSpPr txBox="1"/>
          <p:nvPr/>
        </p:nvSpPr>
        <p:spPr>
          <a:xfrm>
            <a:off x="987826" y="4892674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06 Ergebnisse</a:t>
            </a:r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FA037DA-ECBD-ED51-D34F-824BD7064F04}"/>
              </a:ext>
            </a:extLst>
          </p:cNvPr>
          <p:cNvSpPr txBox="1"/>
          <p:nvPr/>
        </p:nvSpPr>
        <p:spPr>
          <a:xfrm>
            <a:off x="987827" y="5588491"/>
            <a:ext cx="24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00E5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07 Fazit</a:t>
            </a:r>
            <a:endParaRPr lang="de-DE" sz="2800" dirty="0">
              <a:solidFill>
                <a:srgbClr val="00E5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780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Breitbild</PresentationFormat>
  <Paragraphs>83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Arial</vt:lpstr>
      <vt:lpstr>Consolas</vt:lpstr>
      <vt:lpstr>Segoe UI</vt:lpstr>
      <vt:lpstr>Office</vt:lpstr>
      <vt:lpstr>Textanalyse &amp; Barcode-Erzeugung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s5002885</dc:creator>
  <cp:lastModifiedBy>s5002885</cp:lastModifiedBy>
  <cp:revision>37</cp:revision>
  <dcterms:created xsi:type="dcterms:W3CDTF">2026-05-01T14:33:31Z</dcterms:created>
  <dcterms:modified xsi:type="dcterms:W3CDTF">2026-05-01T17:33:35Z</dcterms:modified>
</cp:coreProperties>
</file>